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EC4899"/>
                </a:solidFill>
                <a:latin typeface="Calibri"/>
              </a:rPr>
              <a:t>SERIES-A ·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BigFM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94A3B8"/>
                </a:solidFill>
                <a:latin typeface="Calibri"/>
              </a:rPr>
              <a:t>AI-powered radio + rewards + local commerce.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4206240"/>
            <a:ext cx="2468880" cy="155448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1_mobile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672" y="4233672"/>
            <a:ext cx="2414016" cy="14996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4069080"/>
            <a:ext cx="2468880" cy="155448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marketplace_radioli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4096512"/>
            <a:ext cx="2414016" cy="149961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303520" y="3931920"/>
            <a:ext cx="2468880" cy="155448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6_admin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952" y="3959352"/>
            <a:ext cx="2414016" cy="14996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July 2026  ·  BigFM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Personalized live radio that turns listening</a:t>
            </a:r>
          </a:p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into real-world rewards.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846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Web, mobile — one player, one wallet, one AI RJ.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 / 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Audio is broken along three axes.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Legacy radio is one-way and un-personalized — every listener hears the same content at the same time.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Spotify solved on-demand but killed the shared radio moment — no live curation, no serendipity, no AI host.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Local businesses can't buy hyperlocal audio ads programmatically — radio's ad stack still runs on faxed spot orders.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radio_browse_leg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6080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Today's audio: fragmented, un-monetized locally, one-way.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 / 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One AI-curated radio stack — engagement layer + ad platform + local commerce.</a:t>
            </a:r>
          </a:p>
        </p:txBody>
      </p:sp>
      <p:sp>
        <p:nvSpPr>
          <p:cNvPr id="6" name="Oval 5"/>
          <p:cNvSpPr/>
          <p:nvPr/>
        </p:nvSpPr>
        <p:spPr>
          <a:xfrm>
            <a:off x="1188720" y="1554480"/>
            <a:ext cx="5303520" cy="5303520"/>
          </a:xfrm>
          <a:prstGeom prst="ellipse">
            <a:avLst/>
          </a:prstGeom>
          <a:solidFill>
            <a:srgbClr val="1E1E3F"/>
          </a:solidFill>
          <a:ln w="10160">
            <a:solidFill>
              <a:srgbClr val="0A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2103120"/>
            <a:ext cx="4206240" cy="4206240"/>
          </a:xfrm>
          <a:prstGeom prst="ellipse">
            <a:avLst/>
          </a:prstGeom>
          <a:solidFill>
            <a:srgbClr val="2C2259"/>
          </a:solidFill>
          <a:ln w="10160">
            <a:solidFill>
              <a:srgbClr val="0A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86000" y="2651760"/>
            <a:ext cx="3108960" cy="3108960"/>
          </a:xfrm>
          <a:prstGeom prst="ellipse">
            <a:avLst/>
          </a:prstGeom>
          <a:solidFill>
            <a:srgbClr val="452A72"/>
          </a:solidFill>
          <a:ln w="10160">
            <a:solidFill>
              <a:srgbClr val="0A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34640" y="3200400"/>
            <a:ext cx="2011680" cy="2011680"/>
          </a:xfrm>
          <a:prstGeom prst="ellipse">
            <a:avLst/>
          </a:prstGeom>
          <a:solidFill>
            <a:srgbClr val="633A8F"/>
          </a:solidFill>
          <a:ln w="10160">
            <a:solidFill>
              <a:srgbClr val="0A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37560" y="3703320"/>
            <a:ext cx="1005840" cy="1005840"/>
          </a:xfrm>
          <a:prstGeom prst="ellipse">
            <a:avLst/>
          </a:prstGeom>
          <a:solidFill>
            <a:srgbClr val="8B5CF6"/>
          </a:solidFill>
          <a:ln w="1016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4023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Listener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011680"/>
            <a:ext cx="64008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Live radio · podcasts · news · trivia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3042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Non-interactive queue, AI RJ personas, breaking news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788920"/>
            <a:ext cx="64008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7889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Marketplace · wallet · rewards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0815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Save → visit → redeem → earn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3566160"/>
            <a:ext cx="64008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5661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11 ad 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8587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Boosts, sponsored reads, retargeting, coupon CPA…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4343400"/>
            <a:ext cx="64008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3434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Admin console · analytics · 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636007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QA dashboard, location intel, revenue 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4 / 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Listener · 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Home tab · flagship stations + breaking news + trending.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4007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home_radioli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439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RadioLife light theme — Home tab.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5 / 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Listener · Save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Marketplace tab · deals grid + featured slots + geo-relevant offers.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4007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marketplace_radioli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439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RadioLife light theme — Marketplace.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6 / 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Listener ·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News tab · breaking ribbon + AI-summarised regional headlines + on-demand bulletins.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4007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news_live_radioli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439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RadioLife light theme — News · Live.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7 / 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Listener · Redeem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Wallet tab · coupons + points ledger + tier badges + scan-to-pay history.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4007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wallet_radioli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439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RadioLife light theme — Wallet.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8 / 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Radio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Server-side personalized queue + AI RJ voiceovers + geo-flagship routing.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Non-interactive queue: no on-demand search, no per-song skip abuse — protects rights + creates the moment.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AI RJ personas (ElevenLabs) bridge songs with real-time weather / commute / mood context.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Flagship routing gives 15 stations first-shelf placement per region, with pre-roll parity across community stations.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Compliance rules baked in: hourly skip cap, cross-station artist cooldown, sponsor read frequency guard.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station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6080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Big FM 106.2 · station page with flagship + AI RJ chips.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9 / 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Engagement · Podcasts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818 channels · 3,935 episodes · progressive completion rewards.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4007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podcasts_radioli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439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RadioLife — Podcasts catalog.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10 / 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Engagement · Trivia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Live trivia lobbies · sponsored rounds · leaderboard.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4007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_trivia_radioli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439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RadioLife — Trivia lobby.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11 / 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Commerce Loop: Marketplace + Wallet + Rewards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Save → visit → redeem → earn — three monetization tiers baked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Save a coupon in-app → adds to Wallet, redeemable at merchant.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Visit merchant → geofence detects proximity → passive reward accrual.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Scan-to-pay flow: Stripe Connect app fee split, real-time reconciliation.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Points ledger: earn from listening, saving, redeeming — spend on premium unlocks.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Every merchant txn: platform fee, coupon CPA charge, referral bonus — three layers.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marketplace_radioli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12 / 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AI RJ 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Voice-branded AI hosts (ElevenLabs) — advertisers can sponsor their reads.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10 curated personas across dayparts (morning, drive, lunch, night, Friday, devotional).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Each persona has voice + tagline + LLM-driven script conditioned on song, weather, hour, city.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Sponsored RJ reads are a first-class ad product — pay-per-play or takeover-hour bundles.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Admins govern persona safety + brand consistency from the console.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9_admin_rj_perso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6080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Admin RJ personas management console.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13 / 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Location-Aware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Commute mode + geofences + hyperlocal analytics all share one geo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Commute mode auto-detects morning / evening drive windows and swaps into a shorter-song queue.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Geofences drive location-boost ads — advertisers reach listeners within 500 m of their storefront.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Foot-traffic linkage attributes scan-to-pay conversions to the ad impression within a 60-min window.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Admin location-intel dashboard exposes it all: heatmaps, regions rank, geofence effectiveness.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8_admin_location_int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6080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Admin location intelligence dashboard.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14 / 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Calibri"/>
              </a:rPr>
              <a:t>SECTION · ADVERTISER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One dashboard.</a:t>
            </a:r>
          </a:p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Eleven ad products.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Stripe test-mode Connect · prepaid wallet · advertiser ships live in under 10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15 / 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Advertiser ·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One dashboard.  11 ad products.  Stripe test-mode Connect.  Ships live in &lt;10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4007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_adv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439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/advertiser/dashboard — overview 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16 / 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Business Setup + Stripe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Advertiser signup → advertisers_v2 record → Stripe onboarding — one flow, three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5_adver_ap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17220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/advertiser/apply — new-business intake 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965960"/>
            <a:ext cx="45564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Signup captures business name, category, geo, GST/VAT ID.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Auto-creates an advertisers_v2 record; owner_user_id links back to the auth user.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Stripe Connect Express hand-off — test-mode by default, live-mode toggle after admin approval.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Same flow lets an owner add staff members with per-permission roles.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Approval &lt; 24 h for spends &lt; $500; instant self-serve for CPA coupons &lt; $50 wallet.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17 / 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Wallet-Based Prepay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One wallet · every campaign draws from it · no per-campaign checkout friction.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_adv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17220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Wallet widget lives on /advertiser/dashboard.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965960"/>
            <a:ext cx="45564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Advertiser tops up once (Stripe test-mode Connect) → wallet holds a prepaid balance.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Every campaign — coupon CPA, takeover, banner, location-boost — draws from the same wallet.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Budget cascade across active campaigns; per-campaign daily caps enforced.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Auto-pause when wallet &lt; 20% of daily burn — email + notification alert.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Refunds land back in the wallet within one billing cycle (Stripe reversal + admin note).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18 / 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Campaign Creation Wizard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One 3-step pattern used across all 11 ad products: metadata → creative → budget.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4_adver_coup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17220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Coupon Campaign wizard — CPS / CPA / Hybrid pricing.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965960"/>
            <a:ext cx="45564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Step 1 · Metadata: name, geo, category, days-active window.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Step 2 · Creative: audio spot upload (or generate via Sora 2), banner image, CTA text.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Step 3 · Budget: $ amount, daily cap, kill-switch threshold.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Preview + reach estimate + expected redemption count before you commit.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Same wizard shape for location-boost, retargeting, takeover — no relearning per product.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19 / 36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Approval + Moderation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LLM ad-copy moderation (ADMOD.1) + admin gate at $500+ ensures brand safety.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8_admin_ad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17220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/admin/ad-review — moderation queue with LLM flags surfaced.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965960"/>
            <a:ext cx="45564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Every ad creative auto-runs through the LLM moderator (Phase ADMOD.1): profanity, brand claims, risky verticals.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Flagged copy sits in the admin ad-review queue with the LLM's rationale + suggested rewrites.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Spends ≥ $500 → mandatory admin gate; smaller spends auto-approve.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Admin decisions logged to audit_log; advertiser sees status + reason in-dashboard.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Rejected creatives get one-tap 'edit + resubmit' — no full-wizard restart.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20 / 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Live Analytics + Auction 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Real-time impressions · saves · redemptions · budget burn — plus 'why did I win/lose' per auction.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5_adve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17220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/advertiser/dashboard/analytics — per-campaign metrics.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965960"/>
            <a:ext cx="45564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Impressions, saves, redemptions refresh every 30 s.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Budget-burn indicator: current burn rate + hours until wallet-empty at that pace.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Auction transparency: for every flagship-boost bid you lost, see the min winning bid + slot fill %.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CPM / CPA / CPS derived metrics computed server-side — no client math bugs.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Export CSV of every impression + attribution event within retention window.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21 / 36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Dispute + Refund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Fraud-flagged redemptions auto-refund. Advertiser can dispute any charge in-dashboard.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9_admin_ref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17220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/admin/refunds — pending refund + dispute queue.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965960"/>
            <a:ext cx="45564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Every CPA redemption is scored for fraud (velocity, IP, device fingerprint, geo mismatch).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Auto-refund fires for suspicious rows; advertiser sees the refund entry with reason code.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Advertiser can raise a dispute on any charge — routed to admin refund queue.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Admin reviews with the full event trail (impression → save → redemption timestamps).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Reliability guarantee: broken creatives auto-skip → NOT billed (yesterday's Phase 42-B-redux.2 fix).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22 / 36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Why It's Advertiser-Native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Every design decision is made from the advertiser's side of the 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155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Self-serve first: campaign live in &lt; 10 minutes for spends &lt; $500.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Prepaid wallet: no invoice cycles, no net-30 politics for small merchants.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No minimums per phase — start with a $50 CPA coupon, pay only per redemption.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Test-mode-first onboarding: build + preview every campaign against test-mode Stripe before flipping to live.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Admin transparency: every auto-refund, every LLM flag, every auction loss is visible in-dashboard.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23 / 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Monetization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11 ad products in one platform · one payment rail · one analytics view.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0240"/>
          <a:ext cx="11247118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2621"/>
                <a:gridCol w="6025242"/>
                <a:gridCol w="2209255"/>
              </a:tblGrid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L="80000" marR="80000" marT="50000" marB="5000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One-line pitch</a:t>
                      </a:r>
                    </a:p>
                  </a:txBody>
                  <a:tcPr marL="80000" marR="80000" marT="50000" marB="5000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Pricing model</a:t>
                      </a:r>
                    </a:p>
                  </a:txBody>
                  <a:tcPr marL="80000" marR="80000" marT="50000" marB="50000">
                    <a:solidFill>
                      <a:srgbClr val="8B5CF6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Flagship Boosts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Direct-bid auction for time-boxed slots on flagship stations.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CPA (bid) + Stripe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Sponsored AI RJ Reads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Advertisers sponsor the AI host's bridge between songs.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CPM · pack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Location-Boost Ads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Geofenced audio + banner ads reaching listeners within 500 m.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CPM · geofence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Marketplace Featured Slots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Boosted deal placement above the marketplace grid.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Flat · slot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Radio Takeover Hour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Own an entire hour: branded overlay + 4 sponsor reads + bonus.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$100 – $1000 / hr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Retargeting Audiences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Re-engage listeners who saved but didn't redeem.  11 signals.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CPM · audience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Coupon Campaigns (CPA/CPS/Hybrid)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Pay only when a real customer redeems your coupon.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$2 / redemption avg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Podcast Completion Rewards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Sponsor a podcast episode + bonus points to finishers.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CPM + reward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Trivia Sponsorships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Sponsor a trivia round with branded prize + logo.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Flat · round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Banner Ads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Persistent skyscraper + billboard slots across web.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CPM · placement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Notification Campaigns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Push a targeted deal / promo to segmented users.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CPA · send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24 / 36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C4899"/>
                </a:solidFill>
                <a:latin typeface="Calibri"/>
              </a:rPr>
              <a:t>SECTION · MERCHANT LEAD-GEN FLYWHEEL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A separate revenue stream:</a:t>
            </a:r>
          </a:p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Merchant-sponsored lead-gen.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0% commission on prediction volume · merchants pay for LEAD DELIVERY.  A category-defining shape.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25 / 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Introducing Predict &amp;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Kalshi-style prediction markets, native to the radio listening surface.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1_predict_w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17220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/predict-win — customer-facing prediction market lobby.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965960"/>
            <a:ext cx="45564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Users bet on outcomes (sports, weather, entertainment, news) using BigCoin.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Live markets settle against real-world events; participants earn or lose BigCoin.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Built on Polymarket via Predexon proxy — same prediction infrastructure as Kalshi + Polymarket.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Audio-native surface: listeners hear an AI RJ tease → tap in-player → participate without leaving the station.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Radio-first, hyperlocal — no one else is doing this shape.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26 / 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Merchant Lead-Gen Model — 0% Commission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BigFM does NOT take a cut of prediction volume.  This is not a monetization ad product — it's a lead-gen channel.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155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BigFM takes 0% commission on prediction market transactions.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Merchants sponsor Predict &amp; Win campaigns to acquire high-intent users.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Each participant is a warm lead — geo-matched, engagement-verified, wallet-active.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Merchants pay for LEAD DELIVERY (per opt-in + qualifying action) — not for prediction volume.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Cleanly separated from ad-product revenue in the P&amp;L: (a) ad campaigns and (b) lead-gen sponsorships.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27 / 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Merchant Lead-Gen Flywheel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Predict &amp; Win + Live Trivia + Sponsored Games — one funnel category, three surfaces.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4_adver_g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17220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/advertiser/games — sponsored games marketplace for merchants.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965960"/>
            <a:ext cx="45564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Predict &amp; Win (Phase PW-M): merchants sponsor markets tied to their category.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Live Trivia Sponsorships (Phase H): merchants own a themed trivia round with logo + prize.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Sponsored Games (Phase AD.2): merchant-branded games on the radio surface (Spin, Scratch, Trivia).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All three flow into the same lead ledger — merchants see cost-per-lead + qualifying-action metrics.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Distinct from ad impressions: users EARN something (BigCoin, points, prizes) in exchange for their engagement.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28 / 36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Radio + Prediction Markets — A New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No competitor is doing this shape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155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Kalshi: desktop-focused prediction markets, no radio integration, no local surface.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Polymarket: crypto-native, high-friction on-ramp, US-restricted for many markets.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BigFM: audio-first · hyperlocal · merchant-embedded · Predexon-brokered · no crypto UX friction.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The wedge: predictions become a NATIVE part of the radio listening moment, not a separate app.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The moat: merchants get lead-gen from a fully-attributed audio audience they can't reach elsewhere.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29 / 36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Admin Ops ·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Phase T — Admin Home dashboard · system status ribbon + KPIs + real-time revenue.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4007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6_admi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439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/admin — unified admin dashboard (Phase 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30 / 36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Admin Ops · Quality + Location Intel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QA dashboard (Phase Q) + geospatial analytics (Phase S) — same design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4007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7_admin_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439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/admin/qa — 30 s auto-refresh, cache-transparent.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31 / 36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Dual Platform — Web +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Same backend.  Same 24 admin routes.  Same 11 ad products.  Native Expo mobile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427" y="1965960"/>
            <a:ext cx="5532120" cy="3456432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home_radioli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59" y="1993392"/>
            <a:ext cx="5477256" cy="34015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9427" y="5513832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Web · RadioLife theme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1965960"/>
            <a:ext cx="5532120" cy="3456432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1_mobile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579" y="1993392"/>
            <a:ext cx="5477256" cy="3401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0147" y="5513832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Mobile · Expo native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32 / 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Traction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Engineering velocity translates directly to product surface.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155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58,557 imported radio stations · fully searchable · dual-scheme (HTTP-proxy + HTTPS).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818 podcast channels · 3,935 episodes · progressive completion rewards.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23 notification recipes wired · segmented by geo + role + behavior.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21+ shipped phases (P → T) · dual-design system (Legacy dark + RadioLife light).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Complete admin ops surface: QA dashboard, location intel, revenue-live, ad-review queue.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Web + Expo mobile mirror sharing 100% of the same backend + ad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33 / 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Business Model — Two Revenue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Ad-product revenue + Merchant lead-gen revenue — cleanly separated in the P&amp;L.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155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Ad revenue: 20–40% platform take on ad prepayments across 11 products (highest on takeover + coupon CPA).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Lead-gen revenue: merchant sponsorship fees for Predict &amp; Win, Trivia, Sponsored Games (0% prediction-volume take).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Stripe app-fee on every scan-to-pay txn: 2.5–5% depending on merchant tier.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Premium listener tier (Q1 roadmap): $2.99 / mo — skip-limit removal, ad-free, HD stream.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Rev-share with claimed stations: 70/30 direct-sold, 50/50 programmatic backfill (Q3 roadmap).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34 / 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Roadmap · Next 4 Quarters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Growth + platform depth + partner integrations.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0240"/>
          <a:ext cx="1124711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1396"/>
                <a:gridCol w="5217736"/>
                <a:gridCol w="4637987"/>
              </a:tblGrid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Quarter</a:t>
                      </a:r>
                    </a:p>
                  </a:txBody>
                  <a:tcPr marL="80000" marR="80000" marT="50000" marB="5000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marL="80000" marR="80000" marT="50000" marB="5000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80000" marR="80000" marT="50000" marB="50000">
                    <a:solidFill>
                      <a:srgbClr val="8B5CF6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Mobile Tier 2 · user_location_pings real persistence · premium subs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Push adoption + new revenue tier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Retargeting hooks across remaining 6 ad types · ML slot recommendation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+25% campaign ROI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Q3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OpenRTB adapter · partner POS APIs · station claim wizard v2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Programmatic backfill · POS attribution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Q4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Expansion markets (SG, IN) · creator marketplace · social passport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Multi-market SaaS + creator economy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35 / 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59E0B"/>
                </a:solidFill>
                <a:latin typeface="Calibri"/>
              </a:rPr>
              <a:t>[ Placeholder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$X to accelerate to Y outcome.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20624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Use of funds: engineering (mobile Tier 2 + OpenRTB), sales ramp, expansion markets, creator marketplace pilot.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Milestones: 3 expansion markets live, 100+ paying advertisers, $X ARR, premium subs revenue mix, merchant-lead-gen revenue mix.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Contact: [ your contact block here — email, phone, calendar link 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36 /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