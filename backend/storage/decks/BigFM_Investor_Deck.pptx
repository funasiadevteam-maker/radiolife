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C4899"/>
                </a:solidFill>
                <a:latin typeface="Calibri"/>
              </a:rPr>
              <a:t>SERIES-A ·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BigFM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AI-powered radio + rewards + local commerce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20624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_mobi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4233672"/>
            <a:ext cx="2414016" cy="14996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406908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marketplace_radioli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096512"/>
            <a:ext cx="2414016" cy="14996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0" y="393192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6_admi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959352"/>
            <a:ext cx="2414016" cy="1499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July 2026  ·  BigFM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Personalized live radio that turns listening</a:t>
            </a:r>
          </a:p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into real-world rewards.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Web, mobile — one player, one wallet, one AI RJ.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Audio is broken along three axes.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Legacy radio is one-way and un-personalized — every listener hears the same content at the same time.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Spotify solved on-demand but killed the shared radio moment — no live curation, no serendipity, no AI host.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Local businesses can't buy hyperlocal audio ads programmatically — radio's ad stack still runs on faxed spot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radio_browse_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Today's audio: fragmented, un-monetized locally, one-way.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AI-curated radio stack — engagement layer + ad platform + local commerce.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554480"/>
            <a:ext cx="5303520" cy="5303520"/>
          </a:xfrm>
          <a:prstGeom prst="ellipse">
            <a:avLst/>
          </a:prstGeom>
          <a:solidFill>
            <a:srgbClr val="1E1E3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103120"/>
            <a:ext cx="4206240" cy="4206240"/>
          </a:xfrm>
          <a:prstGeom prst="ellipse">
            <a:avLst/>
          </a:prstGeom>
          <a:solidFill>
            <a:srgbClr val="2C2259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2651760"/>
            <a:ext cx="3108960" cy="3108960"/>
          </a:xfrm>
          <a:prstGeom prst="ellipse">
            <a:avLst/>
          </a:prstGeom>
          <a:solidFill>
            <a:srgbClr val="452A72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0" y="3200400"/>
            <a:ext cx="2011680" cy="2011680"/>
          </a:xfrm>
          <a:prstGeom prst="ellipse">
            <a:avLst/>
          </a:prstGeom>
          <a:solidFill>
            <a:srgbClr val="633A8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3703320"/>
            <a:ext cx="1005840" cy="1005840"/>
          </a:xfrm>
          <a:prstGeom prst="ellipse">
            <a:avLst/>
          </a:prstGeom>
          <a:solidFill>
            <a:srgbClr val="8B5CF6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Listener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1168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Live radio · podcasts · news · trivia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04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Non-interactive queue, AI RJ personas, breaking news ribbon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8892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Marketplace · wallet · rewards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81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Save → visit → redeem → earn points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6616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11 ad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Boosts, sponsored reads, retargeting, coupon CPA, takeover…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34340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43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Admin console · analytics ·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360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QA dashboard, location intel, revenue live,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Listener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player. Every discovery / save / learn / redeem in one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47672"/>
            <a:ext cx="5157216" cy="2093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Home · Discover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marketplace_radioli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947672"/>
            <a:ext cx="5157216" cy="2093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Marketplace · Save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news_live_radioli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25112"/>
            <a:ext cx="5157216" cy="20939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News · Learn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_wallet_radioli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325112"/>
            <a:ext cx="5157216" cy="20939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Wallet · Redeem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Radio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Server-side personalized queue + AI RJ voiceovers + geo-flagship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Non-interactive queue: no on-demand search, no per-song skip abuse — protects rights + creates a moment.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AI RJ personas (ElevenLabs) bridge songs with real-time weather / commute / mood context.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Flagship routing gives 15 stations first-shelf placement per region, with pre-roll parity across community stations.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Compliance rules baked in: hourly skip cap, cross-station artist cooldown, sponsor read frequency guard.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sta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Big FM 106.2 station page · flagship + AI RJ chips.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Engagement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Complementary formats, one login, one wallet — every action feeds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podcasts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47672"/>
            <a:ext cx="5157216" cy="2093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Podcasts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news_live_radioli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947672"/>
            <a:ext cx="5157216" cy="2093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News ·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trivia_radioli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25112"/>
            <a:ext cx="5157216" cy="20939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Trivia lobby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_wallet_radioli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325112"/>
            <a:ext cx="5157216" cy="20939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Rewards wallet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Commerce Loop: Marketplace + Wallet +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Save → visit → redeem → earn — three monetization tiers baked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Save a coupon in-app → adds to Wallet, redeemable at merchant.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Visit merchant → geofence detects proximity → passive reward accrual.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Scan-to-pay flow: Stripe Connect app fee split, real-time reconciliation.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Points ledger: earn from listening, saving, redeeming — spend on premium unlocks.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merchant txn: platform fee, coupon CPA charge, referral bonus — three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marketplac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 RJ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Voice-branded AI hosts (ElevenLabs) — advertisers can sponsor their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10 curated personas across dayparts (morning, drive, lunch, night, Friday, devotional).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Each persona has voice + tagline + LLM-driven script conditioned on song, weather, hour, city.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Sponsored RJ reads are a first-class ad product — pay-per-play or takeover-hour bundles.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Admins govern persona safety + brand consistency from the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admin_rj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RJ personas management console.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Location-Aware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Commute mode + geofenced ads + hyperlocal analytics all share one geo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Commute mode auto-detects morning / evening drive windows and swaps into a shorter-song queue.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Geofences drive location-boost ads — advertisers reach listeners within 500 m of their storefront.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Foot-traffic linkage attributes scan-to-pay conversions to the ad impression within a 60-min window.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Admin location-intel dashboard exposes it all: heatmaps, regions rank, geofence effectiveness.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admin_location_in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location intelligence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Monetization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11 ad products in one platform · one payment rail · one analytics view.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621"/>
                <a:gridCol w="6025242"/>
                <a:gridCol w="2209255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One-line pitch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Pricing model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Flagship Boosts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Direct-bid auction for time-boxed slots on flagship stations.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CPA (bid) + Stripe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Sponsored AI RJ Reads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Advertisers sponsor the AI host's bridge between songs.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pack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Location-Boost Ads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Geofenced audio + banner ads reaching listeners within 500 m.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geofence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Marketplace Featured Slots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Boosted deal placement above the marketplace grid.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Flat · slot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Radio Takeover Hour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Own an entire hour: branded overlay + 4 sponsor reads + bonus.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$100 – $1000 / hr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Retargeting Audiences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Re-engage listeners who saved but didn't redeem.  11 signals.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audience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Coupon Campaigns (CPA/CPS/Hybrid)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Pay only when a real customer redeems your coupon.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$2 / redemption avg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Podcast Completion Rewards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 a podcast episode + bonus points to finishers.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+ reward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Trivia Sponsorships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 a trivia round with branded prize + logo.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Flat · round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Banner Ads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Persistent skyscraper + billboard slots across web.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CPM · placement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Notification Campaigns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Push a targeted deal / promo to segmented users.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CPA · send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Self-Serve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From signup → live campaign in under 10 minutes.  Stripe Connect + prepaid budgets.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Register, verify, top up — same flow as Uber advertising or Meta Ads Manager.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Wizard-driven creation for every ad product (no sales rep required for &lt; $500).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Real-time budget burn indicator + impression cap enforcement.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Admin gate kicks in at $500+ for compliance + brand-safety review.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campaign wires into the same conversion attribution pipeline (scan-to-pay, coupon redeem, wallet save).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Advertiser dashboard overview.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Admin Ops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Full operational cockpit — every phase from R (news) to T (admin home) unified.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47672"/>
            <a:ext cx="5157216" cy="2093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_admi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947672"/>
            <a:ext cx="5157216" cy="2093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QA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8_admin_location_in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25112"/>
            <a:ext cx="5157216" cy="20939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Location Intel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0_admin_n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325112"/>
            <a:ext cx="5157216" cy="20939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News moderation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Dual Platform — Web +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Same backend.  Native Expo mobile app mirrors every web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_radio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47672"/>
            <a:ext cx="5157216" cy="2093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Web · 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1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947672"/>
            <a:ext cx="5157216" cy="2093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Mobile ·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news_live_radioli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25112"/>
            <a:ext cx="5157216" cy="20939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Web · News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2_mobile_n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325112"/>
            <a:ext cx="5157216" cy="20939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Mobile · News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Traction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Engineering velocity translates directly to product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58,557 imported radio stations · fully searchable · dual-scheme (HTTP-proxy + HTTPS).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818 podcast channels · 3,935 episodes · progressive completion rewards.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23 notification recipes wired · segmented by geo + role + behavior.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21 shipped phases · dual-design system (Legacy dark + RadioLife light).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Complete admin ops surface: QA dashboard, location intel, revenue-live, ad-review queue.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Web + Expo mobile mirror sharing 100% of the same backend + ad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Diversified revenue.  Marginal cost per additional listener is near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Platform take: 20–40% of ad prepayments across 11 products (highest on takeover + coupon CPA).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Stripe app-fee on every scan-to-pay txn: 2.5–5% depending on merchant tier.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Premium listener tier (Q1 roadmap): $2.99 / mo — skip-limit removal, ad-free, HD stream.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Unit economics: no COGS per listener beyond streaming bandwidth + LLM/TTS variable cost.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Revenue-share with claimed stations: 70/30 direct-sold, 50/50 programmatic backfill.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Roadmap · Next 4 Quarters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Growth + platform depth + partner integrations.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396"/>
                <a:gridCol w="5217736"/>
                <a:gridCol w="4637987"/>
              </a:tblGrid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Mobile Tier 2 · user_location_pings real persistence · premium subs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Push adoption + new revenue tier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Retargeting hooks across remaining 6 ad types · ML slot recommendation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+25% campaign ROI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OpenRTB adapter · partner POS APIs · station claim wizard v2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Programmatic backfill · POS attribution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Expansion markets (SG, IN) · creator marketplace · social passport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Multi-market SaaS + creator economy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Calibri"/>
              </a:rPr>
              <a:t>[ Placeholder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$X to accelerate to Y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Use of funds: engineering (mobile Tier 2 + OpenRTB), sales team ramp, expansion markets, creator marketplace pilot.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Milestones: 3 expansion markets live, 100+ paying advertisers, $X ARR, premium subs revenue mix.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Contact: [ your contact block here — email, phone, calendar link 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