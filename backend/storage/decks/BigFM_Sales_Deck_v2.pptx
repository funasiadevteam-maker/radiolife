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82296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EC4899"/>
                </a:solidFill>
                <a:latin typeface="Calibri"/>
              </a:rPr>
              <a:t>SALES PLAYBOOK · V2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BigFM Sales Playbook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432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Calibri"/>
              </a:rPr>
              <a:t>How to sell BigFM — to advertisers AND radio stations.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420624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672" y="4233672"/>
            <a:ext cx="2414016" cy="149961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4754880" y="406908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31_predict_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4096512"/>
            <a:ext cx="2414016" cy="149961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303520" y="3931920"/>
            <a:ext cx="2468880" cy="155448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6_admin_ho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0952" y="3959352"/>
            <a:ext cx="2414016" cy="149961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July 2026  ·  BigFM · Confidential ·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Is BigFM  ·  60-second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BigFM is a personalized live radio + local commerce + rewards platform.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Listeners get an AI-curated stream with real AI radio hosts (ElevenLabs voices).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Every action — listen, save a coupon, visit a merchant — earns points redeemable in-app.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Advertisers self-serve 11 ad products via one dashboard (Stripe Connect, prepaid).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Radio station owners monetize their digital stream through BigFM's ad demand + 70/30 rev share.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55448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1_mobile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581912"/>
            <a:ext cx="543153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57150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Mobile home · listener view (Expo app).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 / 37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Who We Sell 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Two very distinct personas — pitch each with the same product but different lenses.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5577840" cy="420624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8B5CF6"/>
                </a:solidFill>
                <a:latin typeface="Calibri"/>
              </a:rPr>
              <a:t>LOCAL BUSINESSES</a:t>
            </a:r>
          </a:p>
          <a:p>
            <a:r>
              <a:rPr sz="1100">
                <a:solidFill>
                  <a:srgbClr val="94A3B8"/>
                </a:solidFill>
                <a:latin typeface="Calibri"/>
              </a:rPr>
              <a:t>Restaurants · retail · events · clinics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Calibri"/>
              </a:rPr>
              <a:t>
Pain:
"I can't reach commuters at lunchtime. Facebook ads no longer convert. Radio ads are too expensive for a 3-store chain."</a:t>
            </a:r>
          </a:p>
          <a:p>
            <a:r>
              <a:rPr sz="1100">
                <a:solidFill>
                  <a:srgbClr val="F59E0B"/>
                </a:solidFill>
                <a:latin typeface="Calibri"/>
              </a:rPr>
              <a:t>
Sell: coupons (CPA), location-boost, sponsored RJ reads, Predict &amp; Win lead-gen sponsorships.
Entry point: $50 first campaign, pay-per-redemption.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577840" cy="420624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EC4899"/>
                </a:solidFill>
                <a:latin typeface="Calibri"/>
              </a:rPr>
              <a:t>RADIO STATION OWNERS</a:t>
            </a:r>
          </a:p>
          <a:p>
            <a:r>
              <a:rPr sz="1100">
                <a:solidFill>
                  <a:srgbClr val="94A3B8"/>
                </a:solidFill>
                <a:latin typeface="Calibri"/>
              </a:rPr>
              <a:t>Community · flagship · religious · niche</a:t>
            </a:r>
          </a:p>
          <a:p>
            <a:pPr>
              <a:lnSpc>
                <a:spcPct val="160000"/>
              </a:lnSpc>
            </a:pPr>
            <a:r>
              <a:rPr sz="1300">
                <a:solidFill>
                  <a:srgbClr val="FFFFFF"/>
                </a:solidFill>
                <a:latin typeface="Calibri"/>
              </a:rPr>
              <a:t>
Pain:
"Traditional ad-slot revenue is capped. My digital stream serves listeners but nobody pays for it. Salespeople for programmatic ads never call back."</a:t>
            </a:r>
          </a:p>
          <a:p>
            <a:r>
              <a:rPr sz="1100">
                <a:solidFill>
                  <a:srgbClr val="F59E0B"/>
                </a:solidFill>
                <a:latin typeface="Calibri"/>
              </a:rPr>
              <a:t>
Sell: partnership · 70/30 rev share · zero-cost onboarding.
Entry point: free claim + owner 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 / 37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Why Now  ·  Why BigFM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Three category shifts converging in 2026.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Personalized audio adoption: 70%+ of drive-time listeners now stream (not FM antenna).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Hyperlocal ad spend shifting from Facebook / Meta back to native audio + geo — attribution finally works.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AI voice branding: ElevenLabs-grade voices at $0.05/min make sponsored RJ reads cost-competitive with pre-recorded spots.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Radio station owners have LOTS of digital reach but zero programmatic revenue — a supply-side gap begging for demand.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4 / 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Section A · The BigFM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player · four value layers · one wallet across all of them.</a:t>
            </a:r>
          </a:p>
        </p:txBody>
      </p:sp>
      <p:sp>
        <p:nvSpPr>
          <p:cNvPr id="6" name="Oval 5"/>
          <p:cNvSpPr/>
          <p:nvPr/>
        </p:nvSpPr>
        <p:spPr>
          <a:xfrm>
            <a:off x="1188720" y="1554480"/>
            <a:ext cx="5303520" cy="5303520"/>
          </a:xfrm>
          <a:prstGeom prst="ellipse">
            <a:avLst/>
          </a:prstGeom>
          <a:solidFill>
            <a:srgbClr val="1E1E3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37360" y="2103120"/>
            <a:ext cx="4206240" cy="4206240"/>
          </a:xfrm>
          <a:prstGeom prst="ellipse">
            <a:avLst/>
          </a:prstGeom>
          <a:solidFill>
            <a:srgbClr val="2C2259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86000" y="2651760"/>
            <a:ext cx="3108960" cy="3108960"/>
          </a:xfrm>
          <a:prstGeom prst="ellipse">
            <a:avLst/>
          </a:prstGeom>
          <a:solidFill>
            <a:srgbClr val="452A72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834640" y="3200400"/>
            <a:ext cx="2011680" cy="2011680"/>
          </a:xfrm>
          <a:prstGeom prst="ellipse">
            <a:avLst/>
          </a:prstGeom>
          <a:solidFill>
            <a:srgbClr val="633A8F"/>
          </a:solidFill>
          <a:ln w="10160">
            <a:solidFill>
              <a:srgbClr val="0A0F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337560" y="3703320"/>
            <a:ext cx="1005840" cy="1005840"/>
          </a:xfrm>
          <a:prstGeom prst="ellipse">
            <a:avLst/>
          </a:prstGeom>
          <a:solidFill>
            <a:srgbClr val="8B5CF6"/>
          </a:solidFill>
          <a:ln w="1016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40233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Listener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201168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Live radio · podcasts · news · trivia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30428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Engagement surface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49440" y="278892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7889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Marketplace · wallet · rewards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08152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Commerce loop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49440" y="356616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5661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11 ad products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38587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Monetization engine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49440" y="4343400"/>
            <a:ext cx="640080" cy="5029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434340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Admin console · analytics · 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636007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Calibri"/>
              </a:rPr>
              <a:t>Governance + insights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5 / 37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SECTION A.5 · ADVERTISER MODULE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The Advertiser Command Center.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One dashboard · 11 ad products · Stripe test-mode Connect.  Ships live in &lt;10 min.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6 / 37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·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dashboard.  11 ad products.  Stripe test-mode Connect.  Ships live in &lt;10 minutes.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/advertiser/dashboard — overview 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7 / 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Business Setup + Stripe Connect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Advertiser signup → advertisers_v2 record → Stripe onboarding.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5_adver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/advertiser/apply — new-business intake.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Signup captures business name, category, geo, GST/VAT ID.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Auto-creates advertisers_v2 record; owner_user_id links back to auth user.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Stripe Connect Express hand-off — test-mode by default.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Approval &lt; 24 h for spends &lt; $500; instant self-serve for CPA &lt; $50.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Multi-user: owner can add staff via /advertiser/staff/invite.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8 / 37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Wallet-Based Prepay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wallet · every campaign draws from it · zero per-campaign checkout friction.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Wallet widget on /advertiser/dashboard.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Advertiser tops up once → wallet holds a prepaid balance.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Every campaign draws from the same wallet — no re-authorization.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Budget cascade across active campaigns; per-campaign daily caps.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Auto-pause at wallet &lt; 20% of daily burn — email + notification alert.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Refunds land back in the wallet within one billing cycle.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9 / 37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Campaign Creation Wizard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One 3-step pattern used across all 11 ad products.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adver_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Coupon Campaign wizard (CPS / CPA / Hybrid).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Step 1 · Metadata: name, geo, category, days-active.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Step 2 · Creative: audio spot (or Sora 2 generate), banner, CTA.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Step 3 · Budget: $ amount, daily cap, kill-switch threshold.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Preview + reach estimate before you commit.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Same shape for location-boost, retargeting, takeover — no relearning.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10 / 37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Approval + Moderation Queue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LLM ad-copy moderation + admin gate at $500+.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8_admin_ad_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/admin/ad-review — LLM flags + admin decisions.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LLM moderator flags profanity, brand claims, risky verticals.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Flagged copy sits with LLM rationale + suggested rewrites.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$500+ spends → mandatory admin gate; smaller = auto-approve.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Admin decisions logged to audit_log; advertiser sees status inline.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Rejected creatives: one-tap 'edit + resubmit' — no full-wizard restart.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11 / 37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Live Analytics + Auction Transparency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Real-time impressions · saves · redemptions · budget burn.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5_adve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/advertiser/dashboard/analytics — per-campaign.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Metrics refresh every 30 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Budget-burn indicator with wallet-empty ETA.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Auction transparency: min winning bid + slot fill % per loss.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Derived metrics computed server-side (no client math bugs).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CSV export of every impression + attribution event.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12 / 37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Dispute + Refund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Fraud-flagged redemptions auto-refund.  Advertiser disputes in-dashboard.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9_admin_ref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/admin/refunds — pending refund + dispute queue.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CPA redemptions scored for fraud (velocity, IP, device, geo).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Auto-refund fires; advertiser sees entry with reason code.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In-dashboard dispute button routes to admin queue.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Admin reviews with full event trail.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Broken creatives auto-skip → NOT billed (Phase 42-B-redux.2).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13 / 37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Section B · 11 Ad Products at a Glance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product ships with real-time analytics + a Stripe test-mode entry.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2024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Flagship Boost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Direct-bid auction, hour-length flagship slot.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Bid $50+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Big brands, launches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75760" y="192024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Sponsored RJ Read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AI host bridges songs with your brand.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$8-15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Personal-voice brands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85760" y="192024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Location Boost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Geofence within 500 m of your storefront.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$0.10-0.50 / imp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QSR, dine-in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332040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Marketplace Featured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Above-the-fold placement in the deals grid.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$5-25 / day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Any merchant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75760" y="332040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Takeover Hour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Own the entire hour: overlay + 4 reads.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$100-$1000 / hr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Movies, festivals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85760" y="332040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Retargeting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Re-engage listeners who saved but never redeemed.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$12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Chains,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472056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Coupon (CPA / CPS)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Pay only per redemption or per sale.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$2 / redemption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Restaurants, retail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5760" y="472056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Podcast Reward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Bonus points to listeners who finish your episode.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+ bonus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Media, brand storytelling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85760" y="472056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Trivia Sponsor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Sponsor a trivia round with logo + prize.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$25-$150 / round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Toys, snacks, brands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612072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Banner Ads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Persistent skyscraper + billboard slots.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CPM $5-10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Awareness campaigns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75760" y="6120720"/>
            <a:ext cx="3690000" cy="1280160"/>
          </a:xfrm>
          <a:prstGeom prst="roundRect">
            <a:avLst/>
          </a:prstGeom>
          <a:solidFill>
            <a:srgbClr val="11182E"/>
          </a:solidFill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0000" rIns="100000" tIns="70000" bIns="70000"/>
          <a:lstStyle/>
          <a:p>
            <a:r>
              <a:rPr sz="1300" b="1">
                <a:solidFill>
                  <a:srgbClr val="FFFFFF"/>
                </a:solidFill>
                <a:latin typeface="Calibri"/>
              </a:rPr>
              <a:t>Notification Campaign</a:t>
            </a:r>
          </a:p>
          <a:p>
            <a:r>
              <a:rPr sz="900">
                <a:solidFill>
                  <a:srgbClr val="94A3B8"/>
                </a:solidFill>
                <a:latin typeface="Calibri"/>
              </a:rPr>
              <a:t>Push a segmented offer to your ideal user.</a:t>
            </a:r>
          </a:p>
          <a:p>
            <a:r>
              <a:rPr sz="900" b="1">
                <a:solidFill>
                  <a:srgbClr val="8B5CF6"/>
                </a:solidFill>
                <a:latin typeface="Calibri"/>
              </a:rPr>
              <a:t>CPA $0.20-1.50</a:t>
            </a:r>
          </a:p>
          <a:p>
            <a:r>
              <a:rPr sz="800" i="1">
                <a:solidFill>
                  <a:srgbClr val="64748B"/>
                </a:solidFill>
                <a:latin typeface="Calibri"/>
              </a:rPr>
              <a:t>Best for: Retention, promos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14 / 37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Coupon Campaigns (CPS / CPA / Hybrid)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Only pay when a real customer redeems.  Fraud-refund built 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Advertiser sets: $ per redemption, cap per day, geo, category.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Every redemption verified merchant-side (scan-to-pay or manual code).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Fraud detection: velocity + IP + device fingerprint → auto-refund.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Real-time dashboard: impressions → saves → redemptions.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Price: $2 / redemption typical.  Ideal for: restaurants, retail.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_adver_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15 / 37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Location-Boost 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Geofence your storefront.  Reach listeners within 500 m at lunch / dinner.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Draw a fence on the map — up to 5 zones per campaign.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Density preview shows estimated reach + competing campaigns.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 plays as a mid-stream audio spot + companion banner on mobile.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Scan-to-pay within 60 min → automatically attributed to the impression.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Price: $0.10-$0.50 / impression.  Ideal for: QSR, dine-in.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_adver_location_bo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16 / 37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Radio Takeover Hour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Own an entire hour on a flagship station.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One brand · one flagship · one hour · saturated presence.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4 AI-RJ sponsor reads, banner takeover, hero deal, listener bonus.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Live analytics: unique reach, avg time-on-station, deal saves.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Price: $100 – $1,000 / hour by tier and daypart.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Ideal for: movie launches, festivals, product releases.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_adver_takeover_hou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17 / 37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Deep-dive · Retargeting Audiences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Re-engage people who saved your coupon but haven't redeemed.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11 behavioral signals: saved-not-redeemed, viewed-not-saved, scanned-once, geo-frequent, hour-consistent, and 6 more.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Drag+drop audience builder → run any ad product against it.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Attribution: each redemption tagged with the audience it fired from.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Ideal for: mid-size chains + service businesses with a nurture cycle.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_adver_retarge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18 / 37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Onboarding ·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Sign up + top up (Stripe test-mode Connect).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25_adver_app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Step 1 · /advertiser/apply — business intake.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19 / 37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Onboarding ·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Pick a product from the command center.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9_adv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Step 2 · /advertiser/dashboard — pick from 11 products.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20 / 37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Onboarding ·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Configure creative + budget in the wizard.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4_adver_coup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Step 3 · Coupon Campaign wizard.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21 / 37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Advertiser Onboarding ·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Ship it — live analytics in 60 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5_adver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Step 4 · /advertiser/dashboard/analytics.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22 / 37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Objection Handling · Rehearsed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Six common objections + tight rebuttals.  Practice these.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9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6491"/>
                <a:gridCol w="7310628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Objection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Response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"Too small for radio."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Start with $50 CPA coupon — pay only per redemption.  No minimum.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"How do I know it works?"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Every campaign shows real-time impressions + saves + redemptions in the advertiser dashboard.  Refreshes every 30 s.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"I already use Facebook."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Retargeting hooks let you upload your Facebook Custom Audience and re-engage on audio.  Complementary.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"Radio is dead."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58,557 stations streaming, 70%+ commute audio via streaming.  Radio moved online — you missed it.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"How is this different from Spotify Ads?"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Spotify sells CPM against global impressions.  We sell CPA against locally-attributed conversions.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"What if you go down?"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Same-day fixes.  Broken creatives auto-skip in 2 s.  See Reliability slide.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23 / 37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Case Study · Karak Cafe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End-to-end flow demonstrated in test mode.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Karak Cafe · Karama location · lat/lng geofenced 500 m.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Ran a $2/redemption coupon + a location-boost during lunch (11:30–14:00).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3 nearby-user pings within the geofence · 2 unique users · 1 scan-to-pay conversion tied to the impression.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QA dashboard shows the flow live under Location Intel + Recent Activity.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Real Stripe test-mode charge captured on the merchant side.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8_admin_location_int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Location intel · Karak proximity view.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24 / 37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EC4899"/>
                </a:solidFill>
                <a:latin typeface="Calibri"/>
              </a:rPr>
              <a:t>SECTION B.5 · MERCHANT LEAD-GEN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A distinct product category:</a:t>
            </a:r>
          </a:p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Merchant-sponsored lead-gen.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0% commission on prediction volume · merchants pay for LEAD DELIVERY.  This is NOT an ad product.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25 / 37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Introducing Predict &amp; 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Kalshi-style prediction markets, native to radio listening.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1_predict_w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/predict-win — customer-facing prediction market lobby.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Users bet on outcomes (sports, weather, entertainment, news) using BigCoin.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Live markets settle against real-world events; participants earn or lose BigCoin.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Built on Polymarket via Predexon proxy — the same infra as Kalshi + Polymarket.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Audio-native surface: AI RJ tease → tap in-player → participate without leaving.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Radio-first, hyperlocal — no one else is doing this shape.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26 / 37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Merchant Lead-Gen Model — 0%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BigFM does NOT take a cut of prediction volume.  Merchants pay for LEAD DELIVERY.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BigFM takes 0% commission on prediction market transactions.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Merchants sponsor Predict &amp; Win campaigns to acquire high-intent users.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Each participant is a warm lead — geo-matched, engagement-verified, wallet-active.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Merchants pay for LEAD DELIVERY (per opt-in + qualifying action) — not for prediction volume.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Different budget line from ad campaigns — cleanly separated in the invoice.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27 / 37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The Merchant Lead-Gen Flywheel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Predict &amp; Win + Live Trivia + Sponsored Games — one funnel, three surfaces.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34_adver_ga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172200"/>
            <a:ext cx="65836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/advertiser/games — sponsored games marketplace.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965960"/>
            <a:ext cx="4556455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Predict &amp; Win (Phase PW-M): merchants sponsor category-tied markets.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Live Trivia Sponsorships (Phase H): themed round with logo + prize.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Sponsored Games (Phase AD.2): merchant-branded Spin, Scratch, Trivia.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All three flow into the same lead ledger — cost-per-lead + qualifying-action metrics.</a:t>
            </a:r>
          </a:p>
          <a:p>
            <a:pPr algn="l">
              <a:lnSpc>
                <a:spcPct val="135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Distinct from ad impressions: users EARN something in exchange for engagement.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28 / 37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Radio + Prediction Markets — A New Category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No competitor is doing this shape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Kalshi: desktop-focused prediction markets, no radio integration.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Polymarket: crypto-native, high-friction on-ramp, US-restricted.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BigFM: audio-first · hyperlocal · merchant-embedded · Predexon-brokered · no crypto UX friction.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The wedge: predictions become NATIVE to the radio listening moment.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The moat: merchants get lead-gen from a fully-attributed audio audience.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29 / 37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B5CF6"/>
                </a:solidFill>
                <a:latin typeface="Calibri"/>
              </a:rPr>
              <a:t>SECTION C · STATION PARTNERSHIP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Bring us your station.</a:t>
            </a:r>
          </a:p>
          <a:p>
            <a:pPr algn="l"/>
            <a:r>
              <a:rPr sz="5200" b="1">
                <a:solidFill>
                  <a:srgbClr val="FFFFFF"/>
                </a:solidFill>
                <a:latin typeface="Calibri"/>
              </a:rPr>
              <a:t>We bring you demand.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0624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Free claim · 70/30 rev share direct-sold · 50/50 programmatic backfill (Q3).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30 / 37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Station Partnership · Value Prop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Three reasons every station owner should claim their listing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Add BigFM's stream proxy to your player — instantly monetize your digital audience.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Access BigFM's advertiser network — we bring you demand, you keep 70% direct-sold.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Owner dashboard: real listener count + geo + revenue by product + pre-roll fill rate.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Free HTTPS stream proxy fixes mixed-content bugs killing your browser audience.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2_radio_browse_leg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31 / 37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Station Onboarding · 4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Free.  Under 15 minutes.  Revenue starts on next month's payout 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1 · Claim your station in the BigFM catalog (search + click).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2 · Verify ownership (broadcast email match OR admin manual review).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3 · Enable pre-roll + AI RJ personas (per-station toggles).</a:t>
            </a:r>
          </a:p>
          <a:p>
            <a:pPr algn="l">
              <a:lnSpc>
                <a:spcPct val="135000"/>
              </a:lnSpc>
            </a:pPr>
            <a:r>
              <a:rPr sz="1500" b="1">
                <a:solidFill>
                  <a:srgbClr val="8B5CF6"/>
                </a:solidFill>
                <a:latin typeface="Calibri"/>
              </a:rPr>
              <a:t>▸  </a:t>
            </a:r>
            <a:r>
              <a:rPr sz="1500">
                <a:solidFill>
                  <a:srgbClr val="F8FAFC"/>
                </a:solidFill>
                <a:latin typeface="Calibri"/>
              </a:rPr>
              <a:t>4 · Revenue starts on next month's cycle (Stripe Connect).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548640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8_station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8232" y="1947672"/>
            <a:ext cx="5431536" cy="405993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0" y="60807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Calibri"/>
              </a:rPr>
              <a:t>Big FM 106.2 · station detail with claim CTA.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32 / 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Revenue Share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Configurable per station in the admin panel · numbers are our default proposal.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20240"/>
          <a:ext cx="11247118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0194"/>
                <a:gridCol w="1606731"/>
                <a:gridCol w="1606731"/>
                <a:gridCol w="3213462"/>
              </a:tblGrid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Revenue source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Station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BigFM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Notes</a:t>
                      </a:r>
                    </a:p>
                  </a:txBody>
                  <a:tcPr marL="80000" marR="80000" marT="50000" marB="50000">
                    <a:solidFill>
                      <a:srgbClr val="8B5CF6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Direct-sold ad plays on your station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70%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30%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Advertiser-picked stations only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Sponsored AI RJ reads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40%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BigFM handles voice + LLM cost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Programmatic backfill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50%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OpenRTB adapter (Q3 roadmap)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Takeover Hour hosted on your station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80%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Station carries the whole hour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Marketplace featured slot conversions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Merchant-side ad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Coupon redemptions (CPA)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Merchant-side conversion</a:t>
                      </a:r>
                    </a:p>
                  </a:txBody>
                  <a:tcPr marL="80000" marR="80000" marT="50000" marB="50000">
                    <a:solidFill>
                      <a:srgbClr val="0A0F1E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Predict &amp; Win / Games lead-gen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20%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0%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>
                          <a:solidFill>
                            <a:srgbClr val="F8FAFC"/>
                          </a:solidFill>
                          <a:latin typeface="Calibri"/>
                        </a:rPr>
                        <a:t>Merchant pays for leads (0% commission)</a:t>
                      </a:r>
                    </a:p>
                  </a:txBody>
                  <a:tcPr marL="80000" marR="80000" marT="50000" marB="50000">
                    <a:solidFill>
                      <a:srgbClr val="11182E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33 / 37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Station Owner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Every claimed station gets its own analytics + revenue view.  Same admin design system.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04007" y="1965960"/>
            <a:ext cx="6583680" cy="4114800"/>
          </a:xfrm>
          <a:prstGeom prst="roundRect">
            <a:avLst/>
          </a:prstGeom>
          <a:solidFill>
            <a:srgbClr val="11182E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_admin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439" y="1993392"/>
            <a:ext cx="6528816" cy="4059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6217920"/>
            <a:ext cx="11430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Calibri"/>
              </a:rPr>
              <a:t>Admin Home reference (station-owner view is a scoped subset).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34 / 37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What Stations Get For 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Five tools included on Day 1, no strings, no upfront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115568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Auto-import of RSS news feeds — instant news bulletins on your station.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AI RJ persona voice branding — 10 personas, or bring your own via ElevenLabs sample.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HTTPS stream proxy — fixes the mixed-content block that silently kills your browser audience.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Pre-roll ad marketplace — 70% direct-sold, 50% programmatic (Q3+).</a:t>
            </a:r>
          </a:p>
          <a:p>
            <a:pPr algn="l">
              <a:lnSpc>
                <a:spcPct val="140000"/>
              </a:lnSpc>
            </a:pPr>
            <a:r>
              <a:rPr sz="1800" b="1">
                <a:solidFill>
                  <a:srgbClr val="8B5CF6"/>
                </a:solidFill>
                <a:latin typeface="Calibri"/>
              </a:rPr>
              <a:t>▸  </a:t>
            </a:r>
            <a:r>
              <a:rPr sz="1800">
                <a:solidFill>
                  <a:srgbClr val="F8FAFC"/>
                </a:solidFill>
                <a:latin typeface="Calibri"/>
              </a:rPr>
              <a:t>Geo-flagship routing — first-shelf placement to boost discoverability.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35 / 37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Reliability &amp; Ad Ops Rigor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Ad creative rot is auto-remediated — broken creative URLs auto-skip in 2 s + fire analytics events so ops can rotate them.  Your campaign never gets stranded.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94560"/>
            <a:ext cx="5486400" cy="411480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10B981"/>
                </a:solidFill>
                <a:latin typeface="Calibri"/>
              </a:rPr>
              <a:t>The Advertiser Promise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/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Your campaign will never sit stuck on a broken creative.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If our ad-serving layer can't decode the audio, the player auto-skips in 2 seconds — the listener never gets stranded.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Every auto-skip fires a `skip` impression with reason=audio_load_error → ops sees it, rotates the creative, and refunds the wasted impression.</a:t>
            </a:r>
          </a:p>
          <a:p>
            <a:pPr>
              <a:lnSpc>
                <a:spcPct val="140000"/>
              </a:lnSpc>
            </a:pPr>
            <a:r>
              <a:rPr sz="1200">
                <a:solidFill>
                  <a:srgbClr val="FFFFFF"/>
                </a:solidFill>
                <a:latin typeface="Calibri"/>
              </a:rPr>
              <a:t>▸ You are not billed for auto-skipped impressions.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194560"/>
            <a:ext cx="5577840" cy="4114800"/>
          </a:xfrm>
          <a:prstGeom prst="roundRect">
            <a:avLst/>
          </a:prstGeom>
          <a:solidFill>
            <a:srgbClr val="11182E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0000" rIns="200000" tIns="200000" bIns="200000"/>
          <a:lstStyle/>
          <a:p>
            <a:r>
              <a:rPr sz="1400" b="1">
                <a:solidFill>
                  <a:srgbClr val="8B5CF6"/>
                </a:solidFill>
                <a:latin typeface="Calibri"/>
              </a:rPr>
              <a:t>Case in point · Jul 31 2026</a:t>
            </a:r>
          </a:p>
          <a:p>
            <a:r>
              <a:rPr sz="1200">
                <a:solidFill>
                  <a:srgbClr val="FFFFFF"/>
                </a:solidFill>
                <a:latin typeface="Calibri"/>
              </a:rPr>
              <a:t>
An upstream demo ad's audio URL rotted (HTML instead of MP3).  Detected + fixed in one dev cycle: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/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Root cause: 3 seed preroll ads' external audio URLs (kozco.com / pixabay) started returning text/html + 403.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Fix — code: 1-file, 6-line change to PrerollOverlay.onError → auto-skip after 2 s + fire `skip` impression event.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Fix — data: repointed the 3 rows to a backend-hosted asset.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Non-regression: AI radio stations kept playing throughout.</a:t>
            </a:r>
          </a:p>
          <a:p>
            <a:pPr>
              <a:lnSpc>
                <a:spcPct val="130000"/>
              </a:lnSpc>
            </a:pPr>
            <a:r>
              <a:rPr sz="1000">
                <a:solidFill>
                  <a:srgbClr val="F8FAFC"/>
                </a:solidFill>
                <a:latin typeface="Calibri"/>
              </a:rPr>
              <a:t>• Advertiser billing impact: zero — auto-skips are free.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36 / 37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548640"/>
            <a:ext cx="548640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85800"/>
            <a:ext cx="114300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Next Steps +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Calibri"/>
              </a:rPr>
              <a:t>How to close · what a first-month customer actually gets.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8B5CF6"/>
                </a:solidFill>
                <a:latin typeface="Calibri"/>
              </a:rPr>
              <a:t>How to Close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6060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Schedule a 30-min demo · in-person if possible.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Offer $100 credit for the first-month campaigns (any product).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Set up a joint QBR calendar (monthly for the first quarter).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Send a follow-up email with the advertiser onboarding link.</a:t>
            </a:r>
          </a:p>
          <a:p>
            <a:pPr algn="l">
              <a:lnSpc>
                <a:spcPct val="140000"/>
              </a:lnSpc>
            </a:pPr>
            <a:r>
              <a:rPr sz="1300" b="1">
                <a:solidFill>
                  <a:srgbClr val="8B5CF6"/>
                </a:solidFill>
                <a:latin typeface="Calibri"/>
              </a:rPr>
              <a:t>▸  </a:t>
            </a:r>
            <a:r>
              <a:rPr sz="1300">
                <a:solidFill>
                  <a:srgbClr val="F8FAFC"/>
                </a:solidFill>
                <a:latin typeface="Calibri"/>
              </a:rPr>
              <a:t>Track in Salesforce under 'BigFM · first campaign' pipeline stage.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031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EC4899"/>
                </a:solidFill>
                <a:latin typeface="Calibri"/>
              </a:rPr>
              <a:t>Mini-FAQ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Payment terms: prepaid wallet (Stripe Connect).  Net-15 for chains &gt; $2 k / mo.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Minimum spend: none for coupon CPA.  $50 minimum wallet top-up.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Cancellation: pause anytime; unused budget refundable within 30 days.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Refunds: full refund on fraud + auto-skipped impressions.</a:t>
            </a:r>
          </a:p>
          <a:p>
            <a:pPr algn="l">
              <a:lnSpc>
                <a:spcPct val="135000"/>
              </a:lnSpc>
            </a:pPr>
            <a:r>
              <a:rPr sz="1200" b="1">
                <a:solidFill>
                  <a:srgbClr val="8B5CF6"/>
                </a:solidFill>
                <a:latin typeface="Calibri"/>
              </a:rPr>
              <a:t>▸  </a:t>
            </a:r>
            <a:r>
              <a:rPr sz="1200">
                <a:solidFill>
                  <a:srgbClr val="F8FAFC"/>
                </a:solidFill>
                <a:latin typeface="Calibri"/>
              </a:rPr>
              <a:t>Predict &amp; Win: 0% commission, merchant sponsorship priced per lead.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Calibri"/>
              </a:rPr>
              <a:t>BigFM · Confidential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465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4748B"/>
                </a:solidFill>
                <a:latin typeface="Calibri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