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C4899"/>
                </a:solidFill>
                <a:latin typeface="Calibri"/>
              </a:rPr>
              <a:t>SALES PLAYBOOK ·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BigFM Sales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How to sell BigFM — to advertisers AND radio stations.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20624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4233672"/>
            <a:ext cx="2414016" cy="14996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406908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_adver_coup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096512"/>
            <a:ext cx="2414016" cy="14996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0" y="393192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6_admi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959352"/>
            <a:ext cx="2414016" cy="1499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July 2026  ·  BigFM · Confidential  · 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BigFM  ·  60-second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BigFM is a personalized live radio + local commerce + rewards platform.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Listeners get an AI-curated stream with real AI radio hosts (ElevenLabs voices).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action — listen, save a coupon, visit a merchant — earns points redeemable in-app.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Advertisers self-serve 11 ad products via one dashboard (Stripe Connect, prepaid).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Radio station owners monetize their digital stream through BigFM's ad demand + 70/30 rev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_mobi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581912"/>
            <a:ext cx="543153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Mobile home · listener view (Expo app).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Who We Sell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Two very distinct personas — pitch each with the same product but different lenses.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577840" cy="420624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8B5CF6"/>
                </a:solidFill>
                <a:latin typeface="Calibri"/>
              </a:rPr>
              <a:t>LOCAL BUSINESSES</a:t>
            </a:r>
          </a:p>
          <a:p>
            <a:r>
              <a:rPr sz="1100">
                <a:solidFill>
                  <a:srgbClr val="94A3B8"/>
                </a:solidFill>
                <a:latin typeface="Calibri"/>
              </a:rPr>
              <a:t>Restaurants · retail · events · clinics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
Pain:
"I can't reach commuters at lunchtime. Facebook ads no longer convert. Radio ads are too expensive for a 3-store chain."</a:t>
            </a:r>
          </a:p>
          <a:p>
            <a:r>
              <a:rPr sz="1100">
                <a:solidFill>
                  <a:srgbClr val="F59E0B"/>
                </a:solidFill>
                <a:latin typeface="Calibri"/>
              </a:rPr>
              <a:t>
Sell: coupons (CPA), location-boost, sponsored RJ reads.
Entry point: $50 first campaign, pay-per-redemption.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577840" cy="420624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EC4899"/>
                </a:solidFill>
                <a:latin typeface="Calibri"/>
              </a:rPr>
              <a:t>RADIO STATION OWNERS</a:t>
            </a:r>
          </a:p>
          <a:p>
            <a:r>
              <a:rPr sz="1100">
                <a:solidFill>
                  <a:srgbClr val="94A3B8"/>
                </a:solidFill>
                <a:latin typeface="Calibri"/>
              </a:rPr>
              <a:t>Community · flagship · religious · niche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
Pain:
"Traditional ad-slot revenue is capped. My digital stream serves listeners but nobody pays for it. Salespeople for programmatic ads never call back."</a:t>
            </a:r>
          </a:p>
          <a:p>
            <a:r>
              <a:rPr sz="1100">
                <a:solidFill>
                  <a:srgbClr val="F59E0B"/>
                </a:solidFill>
                <a:latin typeface="Calibri"/>
              </a:rPr>
              <a:t>
Sell: partnership · 70/30 rev share · zero-cost onboarding.
Entry point: free claim + owner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Why Now  ·  Why BigFM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Three category shifts converging in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Personalized audio adoption: 70%+ of drive-time listeners now stream (not FM antenna).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Hyperlocal ad spend shifting from Facebook / Meta back to native audio + geo — attribution finally works.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AI voice branding: ElevenLabs-grade voices at $0.05/min make sponsored RJ reads cost-competitive with pre-recorded spots.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Radio station owners have LOTS of digital reach but zero programmatic revenue — a supply-side gap begging for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BigFM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player · four value layers · one wallet across all of them.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554480"/>
            <a:ext cx="5303520" cy="5303520"/>
          </a:xfrm>
          <a:prstGeom prst="ellipse">
            <a:avLst/>
          </a:prstGeom>
          <a:solidFill>
            <a:srgbClr val="1E1E3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103120"/>
            <a:ext cx="4206240" cy="4206240"/>
          </a:xfrm>
          <a:prstGeom prst="ellipse">
            <a:avLst/>
          </a:prstGeom>
          <a:solidFill>
            <a:srgbClr val="2C2259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2651760"/>
            <a:ext cx="3108960" cy="3108960"/>
          </a:xfrm>
          <a:prstGeom prst="ellipse">
            <a:avLst/>
          </a:prstGeom>
          <a:solidFill>
            <a:srgbClr val="452A72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0" y="3200400"/>
            <a:ext cx="2011680" cy="2011680"/>
          </a:xfrm>
          <a:prstGeom prst="ellipse">
            <a:avLst/>
          </a:prstGeom>
          <a:solidFill>
            <a:srgbClr val="633A8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3703320"/>
            <a:ext cx="1005840" cy="1005840"/>
          </a:xfrm>
          <a:prstGeom prst="ellipse">
            <a:avLst/>
          </a:prstGeom>
          <a:solidFill>
            <a:srgbClr val="8B5CF6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Listener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1168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Live radio · podcasts · news · trivia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04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Engagement 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8892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Marketplace · wallet · rewards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81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Commerce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6616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11 ad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Monetization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34340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43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Admin console · analytics ·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360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Governance +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11 Ad Products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product ships with real-time analytics + a Stripe test-mode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Flagship Boost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Direct-bid auction, hour-length flagship slot.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Bid $50+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Big brands, launches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5760" y="192024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Sponsored RJ Read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AI host bridges songs with your brand.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$8-15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Personal-voice brands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5760" y="192024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Location Boost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Geofence within 500 m of your storefront.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$0.10-0.50 / imp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QSR, dine-in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2040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Marketplace Featured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Above-the-fold placement in the deals grid.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$5-25 / day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Any merchant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5760" y="332040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Takeover Hour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Own the entire hour: overlay + 4 reads.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$100-$1000 / hr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Movies, festivals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5760" y="332040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Retargeting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Re-engage listeners who saved but never redeemed.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$12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Chains,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2056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Coupon (CPA / CPS)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Pay only per redemption or per sale.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$2 / redemption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Restaurants, retail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5760" y="472056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Podcast Reward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Bonus points to listeners who finish your episode.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+ bonus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Media, brand storytelling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472056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Trivia Sponsor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Sponsor a trivia round with logo + prize.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$25-$150 / round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Toys, snacks, brands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612072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Banner Ads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Persistent skyscraper + billboard slots.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$5-10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Awareness campaigns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5760" y="612072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Notification Campaign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Push a segmented offer to your ideal user.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CPA $0.20-1.50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Retention, promos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Coupon Campaigns (CPS / CPA / Hybrid)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Only pay when a real customer redeems.  Fraud-refund built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Advertiser sets: $ per redemption, cap per day, geo, category.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redemption is verified merchant-side (scan-to-pay or manual code).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Fraud detection: velocity + IP + device fingerprint → auto-refund suspicious rows.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Real-time dashboard: impressions → saves → redemptions.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Price: $2 / redemption typical.  Ideal for: restaurants, retail.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adver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Location-Boost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Geofence your storefront.  Reach listeners within 500 m at lunch / dinner.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Draw a fence on the map — up to 5 zones per campaign.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Density preview shows estimated reach + competing campaigns before you launch.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 plays as a mid-stream audio spot + companion banner on mobile.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Scan-to-pay conversions within 60 min → automatically attributed to the impression.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Price: $0.10-$0.50 / impression.  Ideal for: QSR, dine-in.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adver_location_bo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Radio Takeover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Own an entire hour on a flagship station.  Branded overlay + 4 sponsor reads + featured deals + 20-min-listen bonus.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One brand · one flagship station · one hour · saturated presence.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Includes: 4 AI-RJ sponsor reads, banner takeover, hero deal on marketplace, bonus points to listeners who tune in ≥ 20 min.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Live analytics: unique reach, avg time-on-station, deal saves.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Price: $100 – $1,000 / hour depending on station tier and daypart.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Ideal for: movie launches, festivals, product releases, election campaigns.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adver_takeover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Retargeting Audiences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Re-engage people who saved your coupon but haven't redeemed.  11 behavioral signals to slice.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Signal library: saved-not-redeemed, viewed-but-not-saved, scanned-once-not-repeat, geo-frequent, hour-consistent, and 6 more.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Build an audience via drag + drop signals → run any ad product against it.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Attribution: each redemption/scan is tagged with the audience it fired from.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Ideal for: mid-size chains + service businesses with a nurture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adver_retarg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Onboarding · Comic Strip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From signup to live campaign in under 10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47672"/>
            <a:ext cx="5157216" cy="2093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1 · Sign up + top up (Stripe test-mode)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2024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adver_flagship_bo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947672"/>
            <a:ext cx="5157216" cy="2093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08908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2 · Pick a product (Flagship Boost shown)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4_adver_coup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25112"/>
            <a:ext cx="5157216" cy="20939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3 · Configure creative + budget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297680"/>
            <a:ext cx="5212080" cy="214884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5_adver_marketplace_sl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325112"/>
            <a:ext cx="5157216" cy="20939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64665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4 · Ship it — analytics live in 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Objection Handling · Rehearsed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Six common objections + tight rebuttals.  Practice these.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6491"/>
                <a:gridCol w="7310628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Objection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"Too small for radio."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Start with $50 CPA coupon — pay only per redemption.  No minimum spend.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"How do I know it works?"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Every campaign shows real-time impressions + saves + redemptions in the advertiser dashboard.  Numbers refresh every 30 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"I already use Facebook."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Great — retargeting hooks let you upload your Facebook Custom Audience and re-engage on audio.  Complementary, not substitute.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"Radio is dead."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58,557 stations streaming, 70%+ commute audio via streaming.  We serve HTTPS-safe streams to any browser.  Radio moved online — you missed it.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"How is this different from Spotify Ads?"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Spotify sells CPM against a global impression pool.  We sell CPA against locally-attributed conversions.  You pay only when someone shows up.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"What if you go down / bug in your platform?"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Same-day fixes.  Ad Ops rigor: broken creatives auto-skip in 2 s.  See next slide.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Case Study · Karak Cafe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End-to-end flow demonstrated in test mode — real DB rows, real conversions.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Karak Cafe · Karama location · lat/lng geofenced 500 m.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Ran a $2/redemption coupon + a location-boost during lunch (11:30 – 14:00).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3 nearby-user pings within the geofence · 2 unique users · 1 scan-to-pay conversion tied to the impression.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QA dashboard shows the flow live under Location Intel + Recent Activity.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Real Stripe test-mode charge captured on the merchant 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admin_location_in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location intel · Karak proximity 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Station Partnership · Value Prop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Three reasons every station owner should claim their listing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Add BigFM's stream proxy to your player — instantly monetize your digital audience with zero infra work.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Access BigFM's advertiser network — we bring you demand, you keep 70% (direct-sold) or 50% (programmatic backfill).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Owner dashboard shows real listener count, geographic distribution, revenue by product, pre-roll fill rate.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Free HTTPS stream proxy fixes mixed-content bugs that kill your browser audience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radio_browse_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Station Onboarding · 4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Free.  Under 15 minutes.  Revenue starts flowing on the next month's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1 · Claim your station in the BigFM catalog (search + click).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2 · Verify ownership (broadcast email match OR admin manual review).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3 · Enable pre-roll + AI RJ personas (per-station toggles).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4 · Revenue starts on next month's payout cycle (Stripe Connect).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Bonus: your station gets flagship consideration if you serve a language / region under-represented in the current catalog.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sta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Big FM 106.2 · station detail page with claim CTA.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Revenue Share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Configurable per station in admin panel · numbers below are our default proposal.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194"/>
                <a:gridCol w="1606731"/>
                <a:gridCol w="1606731"/>
                <a:gridCol w="321346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Revenue source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BigFM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Direct-sold ad plays on your station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Advertiser-picked stations only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Sponsored AI RJ reads on your station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BigFM handles voice + LLM cost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Programmatic backfill (network-wide auction)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OpenRTB adapter (Q3 roadmap)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Takeover Hour hosted on your station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Station carries the whole hour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Marketplace featured slot conversions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Merchant-side ad, not station-attributed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Coupon redemptions (CPA)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Merchant-side conversion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Station Owner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claimed station gets its own analytics + revenue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Listener count: 24h · 7d · 30d rolling windows.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Top listener geos: country + city rank.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Revenue by product: direct-sold, RJ reads, takeover, programmatic.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Pre-roll fill rate: % of playbacks served with an ad + revenue per playback.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Payouts: Stripe Connect statement + downloadable 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Admin home dashboard reference (station owner view is a subset scoped to the claimed station).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Stations Get For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Five tools included on Day 1, no strings, no upfront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Auto-import of RSS news feeds — instant news bulletins on your station without editorial staff.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AI RJ persona voice branding — 10 personas, or bring your own voice via ElevenLabs sample.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HTTPS stream proxy — fixes the mixed-content block that silently kills your browser audience.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Pre-roll ad marketplace — you keep 70% direct-sold, 50% programmatic (Q3+).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Geo-flagship routing — first-shelf placement to boost discoverability in your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Reliability &amp; Ad Ops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Ad creative rot is auto-remediated — broken creative URLs auto-skip in 2 s + fire analytics events so ops can rotate them.  Your campaign never gets stranded.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411480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10B981"/>
                </a:solidFill>
                <a:latin typeface="Calibri"/>
              </a:rPr>
              <a:t>The Advertiser Promise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Your campaign will never sit stuck on a broken creative.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If our ad-serving layer can't decode the audio, the player auto-skips in 2 seconds — the listener never gets stranded.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Every auto-skip fires a `skip` impression with reason=audio_load_error → ops sees it, rotates the creative, and refunds the wasted impression.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You are not billed for auto-skipped impressions.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577840" cy="411480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8B5CF6"/>
                </a:solidFill>
                <a:latin typeface="Calibri"/>
              </a:rPr>
              <a:t>Case in point · Jul 31 2026</a:t>
            </a:r>
          </a:p>
          <a:p>
            <a:r>
              <a:rPr sz="1200">
                <a:solidFill>
                  <a:srgbClr val="FFFFFF"/>
                </a:solidFill>
                <a:latin typeface="Calibri"/>
              </a:rPr>
              <a:t>
An upstream demo ad's audio URL rotted (returned HTML instead of MP3).  Detected + fixed in one dev cycle: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Root cause: 3 seed preroll ads' external audio URLs (kozco.com / pixabay) started returning text/html + 403.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Fix — code: 1-file, 6-line change to PrerollOverlay.onError → auto-skip after 2 s + fire `skip` impression event with reason=audio_load_error.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Fix — data: repointed the 3 rows to a backend-hosted asset (`persona_samples/p39_dawn_caller.mp3`).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Non-regression: AI radio stations kept playing throughout.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Advertiser billing impact: zero — auto-skips are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Next Steps +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How to close · what a first-month customer actually 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Calibri"/>
              </a:rPr>
              <a:t>How to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Schedule a 30-min demo · in-person if possible.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Offer $100 credit for the first-month campaigns (any product).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Set up a joint QBR calendar (monthly for the first quarter).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Send a follow-up email with the advertiser onboarding link + Stripe test-mode key note.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Track them in Salesforce under the 'BigFM · first campaign' pipeline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4899"/>
                </a:solidFill>
                <a:latin typeface="Calibri"/>
              </a:rPr>
              <a:t>Mini-FAQ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Payment terms: prepaid budget (Stripe Connect wallet).  Net-15 for approved chains &gt; $2 k / mo.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Minimum spend: none for coupon CPA.  $50 minimum wallet top-up.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Cancellation: pause anytime; unused budget refundable within 30 days.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Refunds: full refund on fraud-flagged redemptions + auto-skipped impressions (Reliability slide).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Support: dedicated Slack channel for spend &gt; $500/mo, email support otherwise (&lt; 24 h SLA).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